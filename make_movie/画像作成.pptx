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FAF944-C950-4673-C473-E6540782A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F1E899-1A12-343F-2DF9-1E00FE9E6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7B24B6-B4D9-E021-C7A2-23010CBB5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DD67A-8476-4C85-A85B-0AFE24EA3E01}" type="datetimeFigureOut">
              <a:rPr kumimoji="1" lang="ja-JP" altLang="en-US" smtClean="0"/>
              <a:t>2025/5/20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16451D-C93E-3228-7CBA-2CE5E7B6E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612565-8AD6-874C-715B-36B7EC3A7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8E18C-B391-46BB-93BB-E2A75DBFF8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7916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F9020B-3834-E4D6-08C0-AAA1A450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815974-ADA5-540E-DB89-A5B5BDE04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3AEB42-8CA9-25A9-046B-6E0C1B86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DD67A-8476-4C85-A85B-0AFE24EA3E01}" type="datetimeFigureOut">
              <a:rPr kumimoji="1" lang="ja-JP" altLang="en-US" smtClean="0"/>
              <a:t>2025/5/20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2B1622-2394-101A-22FC-33B53747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52BAC8-F0CE-FE68-2FA0-5C160E42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8E18C-B391-46BB-93BB-E2A75DBFF8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416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029DB2-1A28-1F00-E541-AACDD61B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AB5BA7-A98B-6E60-5507-916921DCC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7C6E15-8025-F0FA-5067-B1233AD25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DD67A-8476-4C85-A85B-0AFE24EA3E01}" type="datetimeFigureOut">
              <a:rPr kumimoji="1" lang="ja-JP" altLang="en-US" smtClean="0"/>
              <a:t>2025/5/20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494916-7340-8211-03F2-076B1A08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719694-2426-BD84-A81E-C2A9C256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8E18C-B391-46BB-93BB-E2A75DBFF8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239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C5C1BC-8B4F-9302-4FA9-4E7DFC83A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672BA9-E3A3-FC17-9856-244F2380C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D4B888-13C5-B8DF-9FB7-BE383402B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6C16BFC-C168-8890-A479-D3A63975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DD67A-8476-4C85-A85B-0AFE24EA3E01}" type="datetimeFigureOut">
              <a:rPr kumimoji="1" lang="ja-JP" altLang="en-US" smtClean="0"/>
              <a:t>2025/5/20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3897B7-D7B7-314D-B70E-738888A6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56612B-41E7-045D-5ABA-6F753CE8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8E18C-B391-46BB-93BB-E2A75DBFF8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73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6998A9-24EC-C172-9F9F-8BB3F371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A51181-0AF7-6139-B4BD-B0894555E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B79C64-2E0B-E18C-D363-F4DD6CA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3A83F7-6994-750F-BCAC-EDD8C3F15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9FB49D5-6ACC-BA86-5606-B80EBCE66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B56324F-356C-0765-9B1B-1C47FF89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DD67A-8476-4C85-A85B-0AFE24EA3E01}" type="datetimeFigureOut">
              <a:rPr kumimoji="1" lang="ja-JP" altLang="en-US" smtClean="0"/>
              <a:t>2025/5/20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D692C69-641E-4E4A-46A1-3BC993BA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6B88A09-AA32-8054-BA2E-F9670358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8E18C-B391-46BB-93BB-E2A75DBFF8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0444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2AE874-A5AE-7AA7-0AFC-9C31147E7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E225A92-35C6-B98C-A3B0-7121D835E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DD67A-8476-4C85-A85B-0AFE24EA3E01}" type="datetimeFigureOut">
              <a:rPr kumimoji="1" lang="ja-JP" altLang="en-US" smtClean="0"/>
              <a:t>2025/5/20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F20499E-0278-B2F4-6883-A4CFFEE5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BB6F5E-FC35-8B74-3B87-08DCADDE3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8E18C-B391-46BB-93BB-E2A75DBFF8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9688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53F3629-199C-F944-09A7-2F1D90E5D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DD67A-8476-4C85-A85B-0AFE24EA3E01}" type="datetimeFigureOut">
              <a:rPr kumimoji="1" lang="ja-JP" altLang="en-US" smtClean="0"/>
              <a:t>2025/5/20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7F090EA-5D2C-42BB-7C10-7AE5FA69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A35AE7-991F-70D0-FB6D-F70CE418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8E18C-B391-46BB-93BB-E2A75DBFF8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981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D11779-9876-B7B8-92C1-1EA08994E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D54DCA-9AA2-202B-A759-5350A852B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AB92F3-8344-F01F-4846-1591A4A24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539846-8094-D7A8-9546-30454047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DD67A-8476-4C85-A85B-0AFE24EA3E01}" type="datetimeFigureOut">
              <a:rPr kumimoji="1" lang="ja-JP" altLang="en-US" smtClean="0"/>
              <a:t>2025/5/20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EB5D32-1D9F-899C-A3F5-F317EACC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368B65-CB34-ABBE-BDAB-3E2103EF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8E18C-B391-46BB-93BB-E2A75DBFF8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7795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E0ED8-A224-C7D6-7C5A-C031F62CD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467F828-7613-14F6-1F60-3F3AEA535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A64E777-4800-F7A4-F7B3-CD27BDE2C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0F6DAA-2D09-7E0A-9FAA-241BCFE50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DD67A-8476-4C85-A85B-0AFE24EA3E01}" type="datetimeFigureOut">
              <a:rPr kumimoji="1" lang="ja-JP" altLang="en-US" smtClean="0"/>
              <a:t>2025/5/20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9FF196-DB1C-ED7D-11A1-331CFBA59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470684-FA81-A41D-EAAA-820C7EFF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8E18C-B391-46BB-93BB-E2A75DBFF8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948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28E808-7EA0-4D7C-ACEC-6253881F4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3EAD17-EA95-3781-875D-19F3FA8B5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F021CE-B55F-D81B-8DB9-FD70ADA69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DD67A-8476-4C85-A85B-0AFE24EA3E01}" type="datetimeFigureOut">
              <a:rPr kumimoji="1" lang="ja-JP" altLang="en-US" smtClean="0"/>
              <a:t>2025/5/20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5BD37E-B5E9-5D7C-2B2B-7A21CD9BB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E0512E-4CAC-B451-0179-043822A8D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8E18C-B391-46BB-93BB-E2A75DBFF8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233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4670C67-7CAF-AA02-CA1B-9E801FDC4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31AA45B-0C3A-AAD1-CB68-7661549D4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3034F4-B59C-6647-16C2-7C09616A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DD67A-8476-4C85-A85B-0AFE24EA3E01}" type="datetimeFigureOut">
              <a:rPr kumimoji="1" lang="ja-JP" altLang="en-US" smtClean="0"/>
              <a:t>2025/5/20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4FE18B-6734-628D-5269-9526D790C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2A9C1B-08FC-CEA6-135F-7B25A295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8E18C-B391-46BB-93BB-E2A75DBFF8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57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B4E1E80-1CB6-8769-19F6-B10B951D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6E48DC-1447-0CEE-393E-AC3435733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3B7370-A2F9-EEF7-E542-C573035C7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DD67A-8476-4C85-A85B-0AFE24EA3E01}" type="datetimeFigureOut">
              <a:rPr kumimoji="1" lang="ja-JP" altLang="en-US" smtClean="0"/>
              <a:t>2025/5/20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2B89AB-E4E4-CF97-0272-30D5B3087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426E50-ACB3-F5DF-30EA-3F638951C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88E18C-B391-46BB-93BB-E2A75DBFF8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0106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A11991-6391-E432-0A4A-B29BF3CA33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D3940E-8B1F-B213-C338-AFAC793FC5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12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90FD28B-7F6D-CDE9-A095-DF6630045742}"/>
              </a:ext>
            </a:extLst>
          </p:cNvPr>
          <p:cNvSpPr txBox="1"/>
          <p:nvPr/>
        </p:nvSpPr>
        <p:spPr>
          <a:xfrm>
            <a:off x="590843" y="506437"/>
            <a:ext cx="1209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dirty="0"/>
              <a:t>８</a:t>
            </a:r>
          </a:p>
        </p:txBody>
      </p:sp>
    </p:spTree>
    <p:extLst>
      <p:ext uri="{BB962C8B-B14F-4D97-AF65-F5344CB8AC3E}">
        <p14:creationId xmlns:p14="http://schemas.microsoft.com/office/powerpoint/2010/main" val="2445239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09B51-7B3B-6AF2-95A3-5B06CF39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6A72FDC-753B-CFC6-8D4B-F1264A266243}"/>
              </a:ext>
            </a:extLst>
          </p:cNvPr>
          <p:cNvSpPr txBox="1"/>
          <p:nvPr/>
        </p:nvSpPr>
        <p:spPr>
          <a:xfrm>
            <a:off x="2278966" y="548640"/>
            <a:ext cx="1209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dirty="0">
                <a:solidFill>
                  <a:schemeClr val="bg1">
                    <a:lumMod val="95000"/>
                  </a:schemeClr>
                </a:solidFill>
              </a:rPr>
              <a:t>０</a:t>
            </a:r>
            <a:endParaRPr kumimoji="1" lang="en-US" altLang="ja-JP" sz="8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838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</Words>
  <Application>Microsoft Office PowerPoint</Application>
  <PresentationFormat>ワイド画面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ACEM1-12 ac37812r(長岡高専)</dc:creator>
  <cp:lastModifiedBy>ACEM1-12 ac37812r(長岡高専)</cp:lastModifiedBy>
  <cp:revision>2</cp:revision>
  <dcterms:created xsi:type="dcterms:W3CDTF">2025-05-12T08:27:14Z</dcterms:created>
  <dcterms:modified xsi:type="dcterms:W3CDTF">2025-05-20T08:31:13Z</dcterms:modified>
</cp:coreProperties>
</file>